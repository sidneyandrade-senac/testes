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70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240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48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75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2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30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7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02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99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0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3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5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p!!Rectangle">
            <a:extLst>
              <a:ext uri="{FF2B5EF4-FFF2-40B4-BE49-F238E27FC236}">
                <a16:creationId xmlns:a16="http://schemas.microsoft.com/office/drawing/2014/main" id="{2FB82883-1DC0-4BE1-A607-009095F33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undo do vetor de cores vibrantes salpicando">
            <a:extLst>
              <a:ext uri="{FF2B5EF4-FFF2-40B4-BE49-F238E27FC236}">
                <a16:creationId xmlns:a16="http://schemas.microsoft.com/office/drawing/2014/main" id="{C82C4EA8-FE92-95CF-0C21-2B682F2F9B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27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m!!text rectangle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1D21A9-2258-A9DF-8E0B-A0075BAB6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3121" y="4727173"/>
            <a:ext cx="7985759" cy="868823"/>
          </a:xfrm>
        </p:spPr>
        <p:txBody>
          <a:bodyPr anchor="ctr">
            <a:normAutofit/>
          </a:bodyPr>
          <a:lstStyle/>
          <a:p>
            <a:pPr algn="ctr"/>
            <a:r>
              <a:rPr lang="pt-BR" sz="4000" dirty="0"/>
              <a:t>Exemplos de testes</a:t>
            </a:r>
          </a:p>
        </p:txBody>
      </p:sp>
      <p:sp>
        <p:nvSpPr>
          <p:cNvPr id="13" name="m!!accent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75579D-8F81-A33F-AE5F-B68E11653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5738" y="5680637"/>
            <a:ext cx="6960524" cy="598516"/>
          </a:xfrm>
        </p:spPr>
        <p:txBody>
          <a:bodyPr anchor="ctr">
            <a:norm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Com Java e </a:t>
            </a:r>
            <a:r>
              <a:rPr lang="pt-BR" sz="2000" dirty="0" err="1">
                <a:solidFill>
                  <a:schemeClr val="bg1"/>
                </a:solidFill>
              </a:rPr>
              <a:t>Junit</a:t>
            </a:r>
            <a:endParaRPr lang="pt-B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979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83AD2-236B-91FF-B84D-0775C24D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567B7D-E944-3421-4227-9236C7CA6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6690" y="2478024"/>
            <a:ext cx="5317005" cy="3694176"/>
          </a:xfrm>
        </p:spPr>
        <p:txBody>
          <a:bodyPr/>
          <a:lstStyle/>
          <a:p>
            <a:r>
              <a:rPr lang="pt-BR" dirty="0"/>
              <a:t>Pacotes</a:t>
            </a:r>
          </a:p>
          <a:p>
            <a:pPr lvl="1"/>
            <a:r>
              <a:rPr lang="pt-BR" dirty="0"/>
              <a:t>Model</a:t>
            </a:r>
          </a:p>
          <a:p>
            <a:pPr lvl="1"/>
            <a:r>
              <a:rPr lang="pt-BR" dirty="0" err="1"/>
              <a:t>Controller</a:t>
            </a:r>
            <a:endParaRPr lang="pt-BR" dirty="0"/>
          </a:p>
          <a:p>
            <a:pPr lvl="1"/>
            <a:r>
              <a:rPr lang="pt-BR" dirty="0" err="1"/>
              <a:t>Util</a:t>
            </a:r>
            <a:endParaRPr lang="pt-BR" dirty="0"/>
          </a:p>
          <a:p>
            <a:r>
              <a:rPr lang="pt-BR" dirty="0"/>
              <a:t>Na pasta </a:t>
            </a:r>
            <a:r>
              <a:rPr lang="pt-BR" dirty="0" err="1"/>
              <a:t>template</a:t>
            </a:r>
            <a:r>
              <a:rPr lang="pt-BR" dirty="0"/>
              <a:t> um </a:t>
            </a:r>
            <a:r>
              <a:rPr lang="pt-BR" dirty="0" err="1"/>
              <a:t>cliente.json</a:t>
            </a:r>
            <a:r>
              <a:rPr lang="pt-BR" dirty="0"/>
              <a:t>, para simular dados de cliente.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E624CB1-32A2-2678-6CFF-129927376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04" y="1728216"/>
            <a:ext cx="2642885" cy="49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25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83AD2-236B-91FF-B84D-0775C24D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projeto - Model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F4C3E0A-58A4-7A40-620A-24603FF62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23" y="2265218"/>
            <a:ext cx="3857625" cy="18288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951799A-2119-82E8-02DD-13D28BDD0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448" y="2265218"/>
            <a:ext cx="4807527" cy="18288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9BB6841-2CBE-4DC7-7007-28A03764A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6976" y="4410647"/>
            <a:ext cx="3935743" cy="189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2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83AD2-236B-91FF-B84D-0775C24D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projeto - </a:t>
            </a:r>
            <a:r>
              <a:rPr lang="pt-BR" dirty="0" err="1"/>
              <a:t>Controller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BD2CBBE-07E2-CFF1-61DE-50DA327B6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57" y="1962295"/>
            <a:ext cx="5620616" cy="320919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D2D9406-BA44-2525-4CD1-C066572DC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090" y="4026914"/>
            <a:ext cx="6931910" cy="282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4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83AD2-236B-91FF-B84D-0775C24D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Estrutura do projeto – </a:t>
            </a:r>
            <a:r>
              <a:rPr lang="pt-BR" dirty="0" err="1"/>
              <a:t>Util</a:t>
            </a:r>
            <a:r>
              <a:rPr lang="pt-BR" dirty="0"/>
              <a:t> e </a:t>
            </a:r>
            <a:r>
              <a:rPr lang="pt-BR" dirty="0" err="1"/>
              <a:t>Json</a:t>
            </a:r>
            <a:r>
              <a:rPr lang="pt-BR" dirty="0"/>
              <a:t> na pasta </a:t>
            </a:r>
            <a:r>
              <a:rPr lang="pt-BR" dirty="0" err="1"/>
              <a:t>template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1373513-D407-4A1B-4985-71C3E8200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31" y="2277485"/>
            <a:ext cx="6391275" cy="19335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BD07447-E6CE-B9E5-5C48-BBBC6DE6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676" y="2786640"/>
            <a:ext cx="41433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14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6C846C-A44C-55F3-726D-5BA4974AB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Criação dos testes</a:t>
            </a:r>
          </a:p>
        </p:txBody>
      </p:sp>
    </p:spTree>
    <p:extLst>
      <p:ext uri="{BB962C8B-B14F-4D97-AF65-F5344CB8AC3E}">
        <p14:creationId xmlns:p14="http://schemas.microsoft.com/office/powerpoint/2010/main" val="1452530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83AD2-236B-91FF-B84D-0775C24D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teste – </a:t>
            </a:r>
            <a:r>
              <a:rPr lang="pt-BR" dirty="0" err="1"/>
              <a:t>Controller</a:t>
            </a:r>
            <a:r>
              <a:rPr lang="pt-BR" dirty="0"/>
              <a:t> - Cliente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911417C-E41F-53A3-A509-6BA91FA709D5}"/>
              </a:ext>
            </a:extLst>
          </p:cNvPr>
          <p:cNvSpPr txBox="1"/>
          <p:nvPr/>
        </p:nvSpPr>
        <p:spPr>
          <a:xfrm>
            <a:off x="615788" y="2198254"/>
            <a:ext cx="1079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Resumo de algumas definições de teste.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6AD39A8-CD06-7266-5C89-8F691E56B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3" y="2734819"/>
            <a:ext cx="10157272" cy="394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8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83AD2-236B-91FF-B84D-0775C24D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teste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31C1ADE-61FA-F42B-94F3-FAA9AC95B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652" y="437959"/>
            <a:ext cx="3429000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261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83AD2-236B-91FF-B84D-0775C24D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teste – </a:t>
            </a:r>
            <a:r>
              <a:rPr lang="pt-BR" dirty="0" err="1"/>
              <a:t>Controller</a:t>
            </a:r>
            <a:r>
              <a:rPr lang="pt-BR" dirty="0"/>
              <a:t> - Cliente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A3A749D-E2E3-7EFF-758B-33A791793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50" y="2079198"/>
            <a:ext cx="7783160" cy="469228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911417C-E41F-53A3-A509-6BA91FA709D5}"/>
              </a:ext>
            </a:extLst>
          </p:cNvPr>
          <p:cNvSpPr txBox="1"/>
          <p:nvPr/>
        </p:nvSpPr>
        <p:spPr>
          <a:xfrm>
            <a:off x="8894618" y="2419927"/>
            <a:ext cx="26569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 da classe terminando com Test.</a:t>
            </a:r>
          </a:p>
          <a:p>
            <a:endParaRPr lang="pt-BR" dirty="0"/>
          </a:p>
          <a:p>
            <a:r>
              <a:rPr lang="pt-BR" dirty="0"/>
              <a:t>Construtor inicializando o objeto</a:t>
            </a:r>
          </a:p>
          <a:p>
            <a:endParaRPr lang="pt-BR" dirty="0"/>
          </a:p>
          <a:p>
            <a:r>
              <a:rPr lang="pt-BR" dirty="0"/>
              <a:t>Anotação @Test, indicando que é um método de teste</a:t>
            </a:r>
          </a:p>
        </p:txBody>
      </p:sp>
    </p:spTree>
    <p:extLst>
      <p:ext uri="{BB962C8B-B14F-4D97-AF65-F5344CB8AC3E}">
        <p14:creationId xmlns:p14="http://schemas.microsoft.com/office/powerpoint/2010/main" val="3620412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83AD2-236B-91FF-B84D-0775C24D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teste – </a:t>
            </a:r>
            <a:r>
              <a:rPr lang="pt-BR" dirty="0" err="1"/>
              <a:t>Controller</a:t>
            </a:r>
            <a:r>
              <a:rPr lang="pt-BR" dirty="0"/>
              <a:t> - Cliente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497654F-FAB4-C8F9-EB42-E7C377C64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189" y="2228850"/>
            <a:ext cx="676275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776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83AD2-236B-91FF-B84D-0775C24D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teste – </a:t>
            </a:r>
            <a:r>
              <a:rPr lang="pt-BR" dirty="0" err="1"/>
              <a:t>Controller</a:t>
            </a:r>
            <a:r>
              <a:rPr lang="pt-BR" dirty="0"/>
              <a:t> - Cliente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F5C17F4-00FD-1998-7E69-EECF317E7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676400"/>
            <a:ext cx="72771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47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83AD2-236B-91FF-B84D-0775C24D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teste – </a:t>
            </a:r>
            <a:r>
              <a:rPr lang="pt-BR" dirty="0" err="1"/>
              <a:t>Controller</a:t>
            </a:r>
            <a:r>
              <a:rPr lang="pt-BR" dirty="0"/>
              <a:t> - Cliente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DCC4EF7-C047-ABCD-126C-297F10389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04" y="1475509"/>
            <a:ext cx="802957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65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83AD2-236B-91FF-B84D-0775C24D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teste – </a:t>
            </a:r>
            <a:r>
              <a:rPr lang="pt-BR" dirty="0" err="1"/>
              <a:t>Controller</a:t>
            </a:r>
            <a:r>
              <a:rPr lang="pt-BR" dirty="0"/>
              <a:t> - </a:t>
            </a:r>
            <a:r>
              <a:rPr lang="pt-BR" dirty="0" err="1"/>
              <a:t>User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5B94FA-2747-7B8B-F3C6-D5E27DCD6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" y="1476375"/>
            <a:ext cx="1057275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42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83AD2-236B-91FF-B84D-0775C24D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Estrutura do teste – </a:t>
            </a:r>
            <a:r>
              <a:rPr lang="pt-BR" dirty="0" err="1"/>
              <a:t>Controller</a:t>
            </a:r>
            <a:r>
              <a:rPr lang="pt-BR" dirty="0"/>
              <a:t> – Útil Produto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C0717E-8AAA-254B-B061-5E49D60F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46" y="2082944"/>
            <a:ext cx="1006792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8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83AD2-236B-91FF-B84D-0775C24D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Rodando testes... [\</a:t>
            </a:r>
            <a:r>
              <a:rPr lang="pt-BR" dirty="0" err="1"/>
              <a:t>mvnw</a:t>
            </a:r>
            <a:r>
              <a:rPr lang="pt-BR" dirty="0"/>
              <a:t> </a:t>
            </a:r>
            <a:r>
              <a:rPr lang="pt-BR" dirty="0" err="1"/>
              <a:t>test</a:t>
            </a:r>
            <a:r>
              <a:rPr lang="pt-BR" dirty="0"/>
              <a:t>]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D84DD2-8262-572E-767E-9BA973CD7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89" y="2654444"/>
            <a:ext cx="8946422" cy="202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6177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1C2732"/>
      </a:dk2>
      <a:lt2>
        <a:srgbClr val="F3F0F1"/>
      </a:lt2>
      <a:accent1>
        <a:srgbClr val="21B782"/>
      </a:accent1>
      <a:accent2>
        <a:srgbClr val="14B1BC"/>
      </a:accent2>
      <a:accent3>
        <a:srgbClr val="298CE7"/>
      </a:accent3>
      <a:accent4>
        <a:srgbClr val="2E40D9"/>
      </a:accent4>
      <a:accent5>
        <a:srgbClr val="6529E7"/>
      </a:accent5>
      <a:accent6>
        <a:srgbClr val="A217D5"/>
      </a:accent6>
      <a:hlink>
        <a:srgbClr val="BF3F6C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140</Words>
  <Application>Microsoft Office PowerPoint</Application>
  <PresentationFormat>Widescreen</PresentationFormat>
  <Paragraphs>27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Avenir Next LT Pro</vt:lpstr>
      <vt:lpstr>Calibri</vt:lpstr>
      <vt:lpstr>AccentBoxVTI</vt:lpstr>
      <vt:lpstr>Exemplos de testes</vt:lpstr>
      <vt:lpstr>Estrutura do projeto</vt:lpstr>
      <vt:lpstr>Estrutura do projeto - Model</vt:lpstr>
      <vt:lpstr>Estrutura do projeto - Controller</vt:lpstr>
      <vt:lpstr>Estrutura do projeto – Util e Json na pasta template</vt:lpstr>
      <vt:lpstr>Criação dos testes</vt:lpstr>
      <vt:lpstr>Estrutura do teste – Controller - Cliente</vt:lpstr>
      <vt:lpstr>Estrutura do teste</vt:lpstr>
      <vt:lpstr>Estrutura do teste – Controller - Cliente</vt:lpstr>
      <vt:lpstr>Estrutura do teste – Controller - Cliente</vt:lpstr>
      <vt:lpstr>Estrutura do teste – Controller - Cliente</vt:lpstr>
      <vt:lpstr>Estrutura do teste – Controller - Cliente</vt:lpstr>
      <vt:lpstr>Estrutura do teste – Controller - User</vt:lpstr>
      <vt:lpstr>Estrutura do teste – Controller – Útil Produto</vt:lpstr>
      <vt:lpstr>Rodando testes... [\mvnw test]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Exemplos de testes</dc:title>
  <dc:creator>SIDNEY DA SILVA ANDRADE</dc:creator>
  <cp:lastModifiedBy>SIDNEY DA SILVA ANDRADE</cp:lastModifiedBy>
  <cp:revision>2</cp:revision>
  <dcterms:created xsi:type="dcterms:W3CDTF">2024-04-17T19:21:03Z</dcterms:created>
  <dcterms:modified xsi:type="dcterms:W3CDTF">2024-04-17T19:57:23Z</dcterms:modified>
</cp:coreProperties>
</file>